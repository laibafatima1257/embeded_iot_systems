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7" r:id="rId14"/>
    <p:sldId id="278" r:id="rId15"/>
    <p:sldId id="267" r:id="rId16"/>
    <p:sldId id="274" r:id="rId17"/>
    <p:sldId id="269" r:id="rId18"/>
    <p:sldId id="276" r:id="rId19"/>
    <p:sldId id="270" r:id="rId20"/>
    <p:sldId id="271" r:id="rId21"/>
    <p:sldId id="272" r:id="rId22"/>
    <p:sldId id="27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556" y="274956"/>
            <a:ext cx="7104888" cy="2724594"/>
          </a:xfrm>
        </p:spPr>
        <p:txBody>
          <a:bodyPr>
            <a:normAutofit/>
          </a:bodyPr>
          <a:lstStyle/>
          <a:p>
            <a:pPr algn="ctr"/>
            <a:r>
              <a:rPr sz="4800" b="1" dirty="0">
                <a:solidFill>
                  <a:srgbClr val="503214"/>
                </a:solidFill>
                <a:latin typeface="Arial Black" panose="020B0A04020102020204" pitchFamily="34" charset="0"/>
              </a:rPr>
              <a:t>Smart Plant Monitoring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08960"/>
            <a:ext cx="5175504" cy="301720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654321"/>
                </a:solidFill>
              </a:rPr>
              <a:t>Group Members: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654321"/>
                </a:solidFill>
              </a:rPr>
              <a:t>                 23_NTU_CS-1257(Laiba Fatima)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654321"/>
                </a:solidFill>
              </a:rPr>
              <a:t>                23_NTU_CS-1259(Mahnoor Sajjad)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654321"/>
                </a:solidFill>
              </a:rPr>
              <a:t>BSAI-5th</a:t>
            </a:r>
            <a:endParaRPr sz="2000" dirty="0">
              <a:solidFill>
                <a:srgbClr val="65432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Plants require regular watering and monitoring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Manual watering is inefficient and time-consuming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 err="1">
                <a:solidFill>
                  <a:srgbClr val="654321"/>
                </a:solidFill>
              </a:rPr>
              <a:t>IoT</a:t>
            </a:r>
            <a:r>
              <a:rPr sz="2000" dirty="0">
                <a:solidFill>
                  <a:srgbClr val="654321"/>
                </a:solidFill>
              </a:rPr>
              <a:t> provides an automated and smart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Monitor temperature and humidity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Detect soil moisture level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654321"/>
                </a:solidFill>
              </a:rPr>
              <a:t>Sends data to Blynk app and MQTT broker</a:t>
            </a: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Automatically control water pump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Monitor and control system remotely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654321"/>
                </a:solidFill>
              </a:rPr>
              <a:t>Displays data on OLED screen</a:t>
            </a:r>
            <a:endParaRPr sz="2000" dirty="0">
              <a:solidFill>
                <a:srgbClr val="65432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Over-watering wastes water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Under-watering damages plants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Manual monitoring is not reliable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ESP32 continuously reads sensor data</a:t>
            </a:r>
            <a:r>
              <a:rPr lang="en-US" sz="2000" dirty="0">
                <a:solidFill>
                  <a:srgbClr val="654321"/>
                </a:solidFill>
              </a:rPr>
              <a:t>,</a:t>
            </a: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Soil condition decides motor ON/OFF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Real-time data sent to Blynk App</a:t>
            </a:r>
            <a:r>
              <a:rPr lang="en-US" sz="2000" dirty="0">
                <a:solidFill>
                  <a:srgbClr val="654321"/>
                </a:solidFill>
              </a:rPr>
              <a:t> and MQTT broker</a:t>
            </a:r>
            <a:endParaRPr sz="2000" dirty="0">
              <a:solidFill>
                <a:srgbClr val="65432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ESP32 NodeMCU-32S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DHT11 Temperature &amp; Humidity Sensor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Soil Moisture Sensor (Analog)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Relay Module &amp; Water Pump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OLED Display (128x64)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Software &amp;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Arduino Framework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 err="1">
                <a:solidFill>
                  <a:srgbClr val="654321"/>
                </a:solidFill>
              </a:rPr>
              <a:t>Blynk</a:t>
            </a:r>
            <a:r>
              <a:rPr sz="2000" dirty="0">
                <a:solidFill>
                  <a:srgbClr val="654321"/>
                </a:solidFill>
              </a:rPr>
              <a:t> </a:t>
            </a:r>
            <a:r>
              <a:rPr sz="2000" dirty="0" err="1">
                <a:solidFill>
                  <a:srgbClr val="654321"/>
                </a:solidFill>
              </a:rPr>
              <a:t>IoT</a:t>
            </a:r>
            <a:r>
              <a:rPr sz="2000" dirty="0">
                <a:solidFill>
                  <a:srgbClr val="654321"/>
                </a:solidFill>
              </a:rPr>
              <a:t> Platform</a:t>
            </a:r>
            <a:endParaRPr lang="en-US" sz="2000" dirty="0">
              <a:solidFill>
                <a:srgbClr val="65432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 err="1">
                <a:solidFill>
                  <a:srgbClr val="654321"/>
                </a:solidFill>
              </a:rPr>
              <a:t>Adafruit</a:t>
            </a:r>
            <a:r>
              <a:rPr sz="2000" dirty="0">
                <a:solidFill>
                  <a:srgbClr val="654321"/>
                </a:solidFill>
              </a:rPr>
              <a:t> SSD1306 &amp; GFX Libraries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DHT Sensor Library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654321"/>
                </a:solidFill>
              </a:rPr>
              <a:t>Wifi</a:t>
            </a:r>
            <a:r>
              <a:rPr lang="en-US" sz="2000" dirty="0">
                <a:solidFill>
                  <a:srgbClr val="654321"/>
                </a:solidFill>
              </a:rPr>
              <a:t> and MQTT broker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654321"/>
                </a:solidFill>
              </a:rPr>
              <a:t>Node-Red/ MQTT broker</a:t>
            </a:r>
            <a:endParaRPr sz="2000" dirty="0">
              <a:solidFill>
                <a:srgbClr val="65432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Pin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DHT11 Data Pin → GPIO 27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Soil Sensor Analog Pin → GPIO 34</a:t>
            </a:r>
            <a:r>
              <a:rPr lang="en-US" sz="2000" dirty="0">
                <a:solidFill>
                  <a:srgbClr val="654321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Relay Control Pin → GPIO 26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OLED SDA → GPIO 21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OLED SCL → GPIO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Sensors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DHT11 measures temperature and humidity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Soil sensor provides moisture value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ESP32 processes sensor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OLED Display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Temperature (°C)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Humidity (%)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Soil moisture value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Soil status: DRY or WET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 err="1">
                <a:solidFill>
                  <a:srgbClr val="503214"/>
                </a:solidFill>
                <a:latin typeface="Arial Black" panose="020B0A04020102020204" pitchFamily="34" charset="0"/>
              </a:rPr>
              <a:t>Blynk</a:t>
            </a:r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 </a:t>
            </a:r>
            <a:r>
              <a:rPr sz="3200" b="1" dirty="0" err="1">
                <a:solidFill>
                  <a:srgbClr val="503214"/>
                </a:solidFill>
                <a:latin typeface="Arial Black" panose="020B0A04020102020204" pitchFamily="34" charset="0"/>
              </a:rPr>
              <a:t>IoT</a:t>
            </a:r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V0:</a:t>
            </a:r>
            <a:r>
              <a:rPr lang="en-US" sz="2000" dirty="0">
                <a:solidFill>
                  <a:srgbClr val="654321"/>
                </a:solidFill>
              </a:rPr>
              <a:t> Temperature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V1:</a:t>
            </a:r>
            <a:r>
              <a:rPr lang="en-US" sz="2000" dirty="0">
                <a:solidFill>
                  <a:srgbClr val="654321"/>
                </a:solidFill>
              </a:rPr>
              <a:t> Humidity</a:t>
            </a:r>
          </a:p>
          <a:p>
            <a:pPr marL="0" indent="0">
              <a:buNone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V2:</a:t>
            </a:r>
            <a:r>
              <a:rPr lang="en-US" sz="2000" dirty="0">
                <a:solidFill>
                  <a:srgbClr val="654321"/>
                </a:solidFill>
              </a:rPr>
              <a:t> Soil Moisture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V3: Motor ON/OFF switch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V4: Soil status 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Manual Control Using </a:t>
            </a:r>
            <a:r>
              <a:rPr sz="3200" b="1" dirty="0" err="1">
                <a:solidFill>
                  <a:srgbClr val="503214"/>
                </a:solidFill>
                <a:latin typeface="Arial Black" panose="020B0A04020102020204" pitchFamily="34" charset="0"/>
              </a:rPr>
              <a:t>Blynk</a:t>
            </a:r>
            <a:endParaRPr sz="3200" b="1" dirty="0">
              <a:solidFill>
                <a:srgbClr val="503214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User can manually control motor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Switch widget used in </a:t>
            </a:r>
            <a:r>
              <a:rPr sz="2000" dirty="0" err="1">
                <a:solidFill>
                  <a:srgbClr val="654321"/>
                </a:solidFill>
              </a:rPr>
              <a:t>Blynk</a:t>
            </a:r>
            <a:r>
              <a:rPr sz="2000" dirty="0">
                <a:solidFill>
                  <a:srgbClr val="654321"/>
                </a:solidFill>
              </a:rPr>
              <a:t> App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Manual control overrides auto mode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18C7A-4A95-8BD3-DC8B-A57223FC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10562-ACDB-D0AC-66F9-3499BB82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MQTT Integration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967C-8583-D7E8-9BB6-FB7ECF59B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663300"/>
                </a:solidFill>
              </a:rPr>
              <a:t>Broker: </a:t>
            </a:r>
            <a:r>
              <a:rPr lang="en-US" altLang="en-US" sz="2000" b="1" dirty="0" err="1">
                <a:solidFill>
                  <a:srgbClr val="663300"/>
                </a:solidFill>
              </a:rPr>
              <a:t>Mosquitto</a:t>
            </a:r>
            <a:r>
              <a:rPr lang="en-US" altLang="en-US" sz="2000" dirty="0">
                <a:solidFill>
                  <a:srgbClr val="663300"/>
                </a:solidFill>
              </a:rPr>
              <a:t> on PC (IP: 192.168.0.107, Port: 1883)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663300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663300"/>
                </a:solidFill>
              </a:rPr>
              <a:t>Topics: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663300"/>
                </a:solidFill>
              </a:rPr>
              <a:t>               </a:t>
            </a:r>
            <a:r>
              <a:rPr lang="en-US" altLang="en-US" sz="2000" dirty="0" err="1">
                <a:solidFill>
                  <a:srgbClr val="663300"/>
                </a:solidFill>
              </a:rPr>
              <a:t>smartplant</a:t>
            </a:r>
            <a:r>
              <a:rPr lang="en-US" altLang="en-US" sz="2000" dirty="0">
                <a:solidFill>
                  <a:srgbClr val="663300"/>
                </a:solidFill>
              </a:rPr>
              <a:t>/temp → Temperature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663300"/>
                </a:solidFill>
              </a:rPr>
              <a:t>               </a:t>
            </a:r>
            <a:r>
              <a:rPr lang="en-US" altLang="en-US" sz="2000" dirty="0" err="1">
                <a:solidFill>
                  <a:srgbClr val="663300"/>
                </a:solidFill>
              </a:rPr>
              <a:t>smartplant</a:t>
            </a:r>
            <a:r>
              <a:rPr lang="en-US" altLang="en-US" sz="2000" dirty="0">
                <a:solidFill>
                  <a:srgbClr val="663300"/>
                </a:solidFill>
              </a:rPr>
              <a:t>/hum → Humidity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663300"/>
                </a:solidFill>
              </a:rPr>
              <a:t>               </a:t>
            </a:r>
            <a:r>
              <a:rPr lang="en-US" altLang="en-US" sz="2000" dirty="0" err="1">
                <a:solidFill>
                  <a:srgbClr val="663300"/>
                </a:solidFill>
              </a:rPr>
              <a:t>smartplant</a:t>
            </a:r>
            <a:r>
              <a:rPr lang="en-US" altLang="en-US" sz="2000" dirty="0">
                <a:solidFill>
                  <a:srgbClr val="663300"/>
                </a:solidFill>
              </a:rPr>
              <a:t>/soil → Soil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663300"/>
                </a:solidFill>
              </a:rPr>
              <a:t>               </a:t>
            </a:r>
            <a:r>
              <a:rPr lang="en-US" altLang="en-US" sz="2000" dirty="0" err="1">
                <a:solidFill>
                  <a:srgbClr val="663300"/>
                </a:solidFill>
              </a:rPr>
              <a:t>smartplant</a:t>
            </a:r>
            <a:r>
              <a:rPr lang="en-US" altLang="en-US" sz="2000" dirty="0">
                <a:solidFill>
                  <a:srgbClr val="663300"/>
                </a:solidFill>
              </a:rPr>
              <a:t>/motor → Motor state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solidFill>
                <a:srgbClr val="663300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663300"/>
                </a:solidFill>
              </a:rPr>
              <a:t>ESP32 publishes readings every 3s.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663300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663300"/>
                </a:solidFill>
              </a:rPr>
              <a:t>Can connect Node-RED dashboard for monitoring</a:t>
            </a:r>
            <a:endParaRPr lang="en-US" sz="2000" dirty="0">
              <a:solidFill>
                <a:srgbClr val="6633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62927E-C28D-355B-D8B4-83C4490A1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4605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29D53-67A8-8E39-4FD7-177961B25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A832D-8487-3A65-2D14-DE52593B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Node-Red Dashboard</a:t>
            </a:r>
            <a:endParaRPr sz="3200" b="1" dirty="0">
              <a:solidFill>
                <a:srgbClr val="503214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5B1D6-5867-4531-01E7-2D45DC063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861304" cy="4525963"/>
          </a:xfrm>
        </p:spPr>
        <p:txBody>
          <a:bodyPr/>
          <a:lstStyle/>
          <a:p>
            <a:r>
              <a:rPr lang="en-US" altLang="en-US" sz="2000" dirty="0">
                <a:solidFill>
                  <a:srgbClr val="663300"/>
                </a:solidFill>
                <a:latin typeface="Arial" panose="020B0604020202020204" pitchFamily="34" charset="0"/>
              </a:rPr>
              <a:t>ESP32 publishes MQTT messages.</a:t>
            </a:r>
          </a:p>
          <a:p>
            <a:endParaRPr lang="en-US" altLang="en-US" sz="2000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663300"/>
                </a:solidFill>
                <a:latin typeface="Arial" panose="020B0604020202020204" pitchFamily="34" charset="0"/>
              </a:rPr>
              <a:t>Node-RED subscribes to topics.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663300"/>
                </a:solidFill>
                <a:latin typeface="Arial" panose="020B0604020202020204" pitchFamily="34" charset="0"/>
              </a:rPr>
              <a:t>Dashboard shows: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663300"/>
                </a:solidFill>
                <a:latin typeface="Arial" panose="020B0604020202020204" pitchFamily="34" charset="0"/>
              </a:rPr>
              <a:t>             Temperature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663300"/>
                </a:solidFill>
                <a:latin typeface="Arial" panose="020B0604020202020204" pitchFamily="34" charset="0"/>
              </a:rPr>
              <a:t>             Humidity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663300"/>
                </a:solidFill>
                <a:latin typeface="Arial" panose="020B0604020202020204" pitchFamily="34" charset="0"/>
              </a:rPr>
              <a:t>             Soil Moisture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663300"/>
                </a:solidFill>
                <a:latin typeface="Arial" panose="020B0604020202020204" pitchFamily="34" charset="0"/>
              </a:rPr>
              <a:t>             Motor Status</a:t>
            </a: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09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Automatic Watering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1056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If soil value is below threshold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Soil is DRY → Motor turns ON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If soil value is above threshold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Soil is WET → Motor turns OFF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Soil Moisture Threshold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Threshold value is set to 500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If soil value &lt; 500 → Soil is DRY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If soil value ≥ 500 → Soil is WET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Threshold helps decide automatic motor ON/OFF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Read sensors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Display data on OLED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Send data to Blynk App</a:t>
            </a:r>
            <a:r>
              <a:rPr lang="en-US" sz="2000" dirty="0">
                <a:solidFill>
                  <a:srgbClr val="654321"/>
                </a:solidFill>
              </a:rPr>
              <a:t> and MQTT broker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Check soil condition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Control water pump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332" y="274638"/>
            <a:ext cx="7230535" cy="76676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SYSTEM FLOW DIAGRAM</a:t>
            </a:r>
            <a:br>
              <a:rPr lang="en-US" dirty="0"/>
            </a:b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048000" y="897468"/>
            <a:ext cx="2751667" cy="592666"/>
          </a:xfrm>
          <a:prstGeom prst="roundRect">
            <a:avLst/>
          </a:prstGeom>
          <a:solidFill>
            <a:srgbClr val="F5DE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>
                <a:solidFill>
                  <a:srgbClr val="654321"/>
                </a:solidFill>
              </a:rPr>
              <a:t>Start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0" y="1820336"/>
            <a:ext cx="2751667" cy="660398"/>
          </a:xfrm>
          <a:prstGeom prst="roundRect">
            <a:avLst/>
          </a:prstGeom>
          <a:solidFill>
            <a:srgbClr val="F5DE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>
                <a:solidFill>
                  <a:srgbClr val="654321"/>
                </a:solidFill>
              </a:rPr>
              <a:t>Read Sensors</a:t>
            </a:r>
            <a:r>
              <a:rPr lang="en-US" sz="1600" dirty="0">
                <a:solidFill>
                  <a:srgbClr val="654321"/>
                </a:solidFill>
              </a:rPr>
              <a:t> (DHT11 &amp; SOIL)</a:t>
            </a:r>
            <a:endParaRPr sz="1600" dirty="0">
              <a:solidFill>
                <a:srgbClr val="654321"/>
              </a:solidFill>
            </a:endParaRPr>
          </a:p>
          <a:p>
            <a:endParaRPr sz="1600" dirty="0">
              <a:solidFill>
                <a:srgbClr val="65432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56467" y="2810935"/>
            <a:ext cx="2743200" cy="618065"/>
          </a:xfrm>
          <a:prstGeom prst="roundRect">
            <a:avLst/>
          </a:prstGeom>
          <a:solidFill>
            <a:srgbClr val="F5DE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>
                <a:solidFill>
                  <a:srgbClr val="654321"/>
                </a:solidFill>
              </a:rPr>
              <a:t>Display Data</a:t>
            </a:r>
            <a:r>
              <a:rPr lang="en-US" sz="1600" dirty="0">
                <a:solidFill>
                  <a:srgbClr val="654321"/>
                </a:solidFill>
              </a:rPr>
              <a:t> on  OLED</a:t>
            </a:r>
            <a:endParaRPr sz="1600" dirty="0">
              <a:solidFill>
                <a:srgbClr val="65432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056468" y="3759202"/>
            <a:ext cx="2887134" cy="761995"/>
          </a:xfrm>
          <a:prstGeom prst="roundRect">
            <a:avLst/>
          </a:prstGeom>
          <a:solidFill>
            <a:srgbClr val="F5DE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>
                <a:solidFill>
                  <a:srgbClr val="654321"/>
                </a:solidFill>
              </a:rPr>
              <a:t>Send Data</a:t>
            </a:r>
            <a:r>
              <a:rPr lang="en-US" sz="1600" dirty="0">
                <a:solidFill>
                  <a:srgbClr val="654321"/>
                </a:solidFill>
              </a:rPr>
              <a:t> to </a:t>
            </a:r>
            <a:r>
              <a:rPr lang="en-US" sz="1600" dirty="0" err="1">
                <a:solidFill>
                  <a:srgbClr val="654321"/>
                </a:solidFill>
              </a:rPr>
              <a:t>blynk</a:t>
            </a:r>
            <a:r>
              <a:rPr lang="en-US" sz="1600" dirty="0">
                <a:solidFill>
                  <a:srgbClr val="654321"/>
                </a:solidFill>
              </a:rPr>
              <a:t> app and MQTT broker</a:t>
            </a:r>
            <a:endParaRPr sz="1600" dirty="0">
              <a:solidFill>
                <a:srgbClr val="65432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48000" y="4889500"/>
            <a:ext cx="3098800" cy="596899"/>
          </a:xfrm>
          <a:prstGeom prst="roundRect">
            <a:avLst>
              <a:gd name="adj" fmla="val 13388"/>
            </a:avLst>
          </a:prstGeom>
          <a:solidFill>
            <a:srgbClr val="F5DE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>
                <a:solidFill>
                  <a:srgbClr val="654321"/>
                </a:solidFill>
              </a:rPr>
              <a:t>Check Soil</a:t>
            </a:r>
            <a:r>
              <a:rPr lang="en-US" sz="1600" dirty="0">
                <a:solidFill>
                  <a:srgbClr val="654321"/>
                </a:solidFill>
              </a:rPr>
              <a:t> moisture level</a:t>
            </a:r>
            <a:endParaRPr sz="1600" dirty="0">
              <a:solidFill>
                <a:srgbClr val="65432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056468" y="5816599"/>
            <a:ext cx="3149599" cy="745067"/>
          </a:xfrm>
          <a:prstGeom prst="roundRect">
            <a:avLst/>
          </a:prstGeom>
          <a:solidFill>
            <a:srgbClr val="F5DE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>
                <a:solidFill>
                  <a:srgbClr val="654321"/>
                </a:solidFill>
              </a:rPr>
              <a:t>Motor ON / OFF</a:t>
            </a:r>
            <a:r>
              <a:rPr lang="en-US" sz="1600" dirty="0">
                <a:solidFill>
                  <a:srgbClr val="654321"/>
                </a:solidFill>
              </a:rPr>
              <a:t> (Auto Watering)</a:t>
            </a:r>
            <a:endParaRPr sz="1600" dirty="0">
              <a:solidFill>
                <a:srgbClr val="654321"/>
              </a:solidFill>
            </a:endParaRPr>
          </a:p>
          <a:p>
            <a:endParaRPr sz="1600" dirty="0">
              <a:solidFill>
                <a:srgbClr val="65432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368800" y="1490134"/>
            <a:ext cx="0" cy="33020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368800" y="4559298"/>
            <a:ext cx="0" cy="33020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368800" y="3429000"/>
            <a:ext cx="0" cy="33020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368800" y="2480734"/>
            <a:ext cx="0" cy="33020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368800" y="5486399"/>
            <a:ext cx="0" cy="33020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Fully automatic watering system</a:t>
            </a:r>
            <a:endParaRPr lang="en-US" sz="2000" dirty="0">
              <a:solidFill>
                <a:srgbClr val="65432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Saves water and energy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Real-time monitoring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Easy and user-friendly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0133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Home gardening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Greenhouses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Smart agriculture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Indoor plant monitoring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Capacitive soil moisture sensor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Mobile notifications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Solar power integration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Cloud data logging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8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solidFill>
                  <a:srgbClr val="503214"/>
                </a:solidFill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Smart and efficient plant care system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Reduces human effort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000" dirty="0">
                <a:solidFill>
                  <a:srgbClr val="654321"/>
                </a:solidFill>
              </a:rPr>
              <a:t>Demonstrates effective use of IoT and ESP32</a:t>
            </a: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5432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663300"/>
                </a:solidFill>
              </a:rPr>
              <a:t>Monitors temperature, humidity, soil moisture in real-time.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633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663300"/>
                </a:solidFill>
              </a:rPr>
              <a:t>Provides </a:t>
            </a:r>
            <a:r>
              <a:rPr lang="en-US" sz="2000" b="1" dirty="0">
                <a:solidFill>
                  <a:srgbClr val="663300"/>
                </a:solidFill>
              </a:rPr>
              <a:t>visual feedback</a:t>
            </a:r>
            <a:r>
              <a:rPr lang="en-US" sz="2000" dirty="0">
                <a:solidFill>
                  <a:srgbClr val="663300"/>
                </a:solidFill>
              </a:rPr>
              <a:t> via OLED and Blynk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6633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663300"/>
                </a:solidFill>
              </a:rPr>
              <a:t>MQTT allows </a:t>
            </a:r>
            <a:r>
              <a:rPr lang="en-US" sz="2000" b="1" dirty="0">
                <a:solidFill>
                  <a:srgbClr val="663300"/>
                </a:solidFill>
              </a:rPr>
              <a:t>remote monitoring &amp; integration</a:t>
            </a:r>
            <a:r>
              <a:rPr lang="en-US" sz="2000" dirty="0">
                <a:solidFill>
                  <a:srgbClr val="663300"/>
                </a:solidFill>
              </a:rPr>
              <a:t> with dashboards.</a:t>
            </a:r>
            <a:endParaRPr sz="2000" dirty="0">
              <a:solidFill>
                <a:srgbClr val="6633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561</Words>
  <Application>Microsoft Office PowerPoint</Application>
  <PresentationFormat>On-screen Show (4:3)</PresentationFormat>
  <Paragraphs>189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Calibri</vt:lpstr>
      <vt:lpstr>Wingdings</vt:lpstr>
      <vt:lpstr>Office Theme</vt:lpstr>
      <vt:lpstr>Smart Plant Monitoring System</vt:lpstr>
      <vt:lpstr>Introduction</vt:lpstr>
      <vt:lpstr>Project Objectives</vt:lpstr>
      <vt:lpstr>Problem Statement</vt:lpstr>
      <vt:lpstr>Proposed Solution</vt:lpstr>
      <vt:lpstr>Hardware Components</vt:lpstr>
      <vt:lpstr>Software &amp; Libraries</vt:lpstr>
      <vt:lpstr>Pin Configuration</vt:lpstr>
      <vt:lpstr>Sensors Working</vt:lpstr>
      <vt:lpstr>OLED Display Output</vt:lpstr>
      <vt:lpstr>Blynk IoT Dashboard</vt:lpstr>
      <vt:lpstr>Manual Control Using Blynk</vt:lpstr>
      <vt:lpstr>MQTT Integration </vt:lpstr>
      <vt:lpstr>Node-Red Dashboard</vt:lpstr>
      <vt:lpstr>Automatic Watering Logic</vt:lpstr>
      <vt:lpstr>Soil Moisture Threshold</vt:lpstr>
      <vt:lpstr>System Workflow</vt:lpstr>
      <vt:lpstr>SYSTEM FLOW DIAGRAM </vt:lpstr>
      <vt:lpstr>Advantages</vt:lpstr>
      <vt:lpstr>Applications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Plant Monitoring System</dc:title>
  <dc:subject/>
  <dc:creator>S</dc:creator>
  <cp:keywords/>
  <dc:description>generated using python-pptx</dc:description>
  <cp:lastModifiedBy>23-NTU-CS-FL-1257</cp:lastModifiedBy>
  <cp:revision>7</cp:revision>
  <dcterms:created xsi:type="dcterms:W3CDTF">2013-01-27T09:14:16Z</dcterms:created>
  <dcterms:modified xsi:type="dcterms:W3CDTF">2026-01-08T16:49:20Z</dcterms:modified>
  <cp:category/>
</cp:coreProperties>
</file>